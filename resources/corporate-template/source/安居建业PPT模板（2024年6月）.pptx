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  <p:sldMasterId id="2147483655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9" r:id="rId7"/>
    <p:sldId id="262" r:id="rId8"/>
    <p:sldId id="276" r:id="rId9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8200"/>
    <a:srgbClr val="DC8100"/>
    <a:srgbClr val="F69100"/>
    <a:srgbClr val="FFBA55"/>
    <a:srgbClr val="FAF8F3"/>
    <a:srgbClr val="FFFFFF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592" y="468"/>
      </p:cViewPr>
      <p:guideLst>
        <p:guide orient="horz" pos="2160"/>
        <p:guide pos="38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2727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9"/>
          <p:cNvSpPr txBox="1"/>
          <p:nvPr userDrawn="1"/>
        </p:nvSpPr>
        <p:spPr>
          <a:xfrm>
            <a:off x="9312683" y="62902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21C2D29-74B2-4C4A-A2BD-72C4F257F85C}" type="slidenum">
              <a:rPr lang="zh-CN" altLang="en-US" sz="1600" b="1" smtClean="0">
                <a:solidFill>
                  <a:prstClr val="black">
                    <a:tint val="7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‹#›</a:t>
            </a:fld>
            <a:r>
              <a:rPr lang="zh-CN" altLang="en-US" dirty="0">
                <a:solidFill>
                  <a:prstClr val="black">
                    <a:tint val="7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页</a:t>
            </a:r>
            <a:r>
              <a:rPr lang="en-US" altLang="zh-CN" dirty="0">
                <a:solidFill>
                  <a:prstClr val="black">
                    <a:tint val="7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/20</a:t>
            </a:r>
            <a:r>
              <a:rPr lang="zh-CN" altLang="en-US" dirty="0">
                <a:solidFill>
                  <a:prstClr val="black">
                    <a:tint val="7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页</a:t>
            </a: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灯片编号占位符 1"/>
          <p:cNvSpPr txBox="1"/>
          <p:nvPr userDrawn="1"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6" name="图片 5" descr="0616-安居建业PPT模板规范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9207" y="-6667"/>
            <a:ext cx="12210415" cy="6871335"/>
          </a:xfrm>
          <a:prstGeom prst="rect">
            <a:avLst/>
          </a:prstGeom>
        </p:spPr>
      </p:pic>
      <p:sp>
        <p:nvSpPr>
          <p:cNvPr id="7" name="1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1998345" y="1729105"/>
            <a:ext cx="94742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使用说明</a:t>
            </a:r>
            <a:endParaRPr lang="en-US" altLang="zh-CN" sz="3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 userDrawn="1">
            <p:custDataLst>
              <p:tags r:id="rId2"/>
            </p:custDataLst>
          </p:nvPr>
        </p:nvSpPr>
        <p:spPr>
          <a:xfrm>
            <a:off x="1150336" y="3349787"/>
            <a:ext cx="9773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思源黑体 CN Normal" panose="020B0400000000000000" charset="-122"/>
              </a:rPr>
              <a:t>1.</a:t>
            </a:r>
            <a:r>
              <a:rPr lang="zh-CN" altLang="en-US" sz="3200" b="1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思源黑体 CN Normal" panose="020B0400000000000000" charset="-122"/>
              </a:rPr>
              <a:t>所有</a:t>
            </a:r>
            <a:r>
              <a:rPr lang="en-US" altLang="zh-CN" sz="3200" b="1" dirty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Normal" panose="020B0400000000000000" charset="-122"/>
              </a:rPr>
              <a:t>PPT</a:t>
            </a:r>
            <a:r>
              <a:rPr lang="zh-CN" altLang="en-US" sz="3200" b="1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思源黑体 CN Normal" panose="020B0400000000000000" charset="-122"/>
              </a:rPr>
              <a:t>文字统一使用华文楷体；</a:t>
            </a:r>
            <a:endParaRPr lang="en-US" altLang="zh-CN" sz="3200" b="1" dirty="0">
              <a:solidFill>
                <a:srgbClr val="ED7D3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  <a:sym typeface="思源黑体 CN Normal" panose="020B0400000000000000" charset="-122"/>
            </a:endParaRPr>
          </a:p>
          <a:p>
            <a:r>
              <a:rPr lang="en-US" altLang="zh-CN" sz="3200" b="1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思源黑体 CN Normal" panose="020B0400000000000000" charset="-122"/>
              </a:rPr>
              <a:t>2.</a:t>
            </a:r>
            <a:r>
              <a:rPr lang="zh-CN" altLang="en-US" sz="3200" b="1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思源黑体 CN Normal" panose="020B0400000000000000" charset="-122"/>
              </a:rPr>
              <a:t>页码编辑需要在视图</a:t>
            </a:r>
            <a:r>
              <a:rPr lang="en-US" altLang="zh-CN" sz="3200" b="1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思源黑体 CN Normal" panose="020B0400000000000000" charset="-122"/>
              </a:rPr>
              <a:t>-</a:t>
            </a:r>
            <a:r>
              <a:rPr lang="zh-CN" altLang="en-US" sz="3200" b="1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思源黑体 CN Normal" panose="020B0400000000000000" charset="-122"/>
              </a:rPr>
              <a:t>幻灯片母版右下角中进行编辑，例如</a:t>
            </a:r>
            <a:r>
              <a:rPr lang="en-US" altLang="zh-CN" sz="3200" b="1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思源黑体 CN Normal" panose="020B0400000000000000" charset="-122"/>
              </a:rPr>
              <a:t>‹#›</a:t>
            </a:r>
            <a:r>
              <a:rPr lang="zh-CN" altLang="en-US" sz="3200" b="1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思源黑体 CN Normal" panose="020B0400000000000000" charset="-122"/>
              </a:rPr>
              <a:t>页</a:t>
            </a:r>
            <a:r>
              <a:rPr lang="en-US" altLang="zh-CN" sz="3200" b="1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思源黑体 CN Normal" panose="020B0400000000000000" charset="-122"/>
              </a:rPr>
              <a:t>/20</a:t>
            </a:r>
            <a:r>
              <a:rPr lang="zh-CN" altLang="en-US" sz="3200" b="1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  <a:sym typeface="思源黑体 CN Normal" panose="020B0400000000000000" charset="-122"/>
              </a:rPr>
              <a:t>页，则可完整展示页码。</a:t>
            </a:r>
            <a:endParaRPr lang="en-US" altLang="zh-CN" sz="3200" b="1" dirty="0">
              <a:solidFill>
                <a:srgbClr val="ED7D3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  <a:sym typeface="思源黑体 CN Normal" panose="020B0400000000000000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9"/>
          <p:cNvSpPr txBox="1"/>
          <p:nvPr userDrawn="1"/>
        </p:nvSpPr>
        <p:spPr>
          <a:xfrm>
            <a:off x="9312683" y="629023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21C2D29-74B2-4C4A-A2BD-72C4F257F85C}" type="slidenum">
              <a:rPr lang="zh-CN" altLang="en-US" sz="1600" b="1" smtClean="0">
                <a:solidFill>
                  <a:prstClr val="black">
                    <a:tint val="7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‹#›</a:t>
            </a:fld>
            <a:r>
              <a:rPr lang="zh-CN" altLang="en-US" dirty="0">
                <a:solidFill>
                  <a:prstClr val="black">
                    <a:tint val="7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页</a:t>
            </a:r>
            <a:r>
              <a:rPr lang="en-US" altLang="zh-CN" dirty="0">
                <a:solidFill>
                  <a:prstClr val="black">
                    <a:tint val="7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/20</a:t>
            </a:r>
            <a:r>
              <a:rPr lang="zh-CN" altLang="en-US" dirty="0">
                <a:solidFill>
                  <a:prstClr val="black">
                    <a:tint val="7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页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1905"/>
            <a:ext cx="12192000" cy="6856095"/>
          </a:xfrm>
          <a:prstGeom prst="rect">
            <a:avLst/>
          </a:prstGeom>
        </p:spPr>
      </p:pic>
      <p:pic>
        <p:nvPicPr>
          <p:cNvPr id="2" name="图片 1" descr="20221017安居建业vi手册+全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085830" y="271780"/>
            <a:ext cx="678815" cy="385445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10140387" y="6390123"/>
            <a:ext cx="10668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内部文件 请勿外传</a:t>
            </a:r>
          </a:p>
        </p:txBody>
      </p:sp>
      <p:pic>
        <p:nvPicPr>
          <p:cNvPr id="8" name="图片 7" descr="20221017安居建业vi手册+全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085830" y="271780"/>
            <a:ext cx="678815" cy="385445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646045" cy="96906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charset="-122"/>
              <a:ea typeface="思源黑体 CN Regular" panose="020B0500000000000000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-65" y="969065"/>
            <a:ext cx="1217993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20221017安居建业vi手册+全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63550" y="6300470"/>
            <a:ext cx="678815" cy="385445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10140387" y="6390123"/>
            <a:ext cx="10668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内部文件 请勿外传</a:t>
            </a:r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8"/>
          <a:srcRect b="11556"/>
          <a:stretch>
            <a:fillRect/>
          </a:stretch>
        </p:blipFill>
        <p:spPr>
          <a:xfrm>
            <a:off x="1270" y="792480"/>
            <a:ext cx="12189460" cy="6065520"/>
          </a:xfrm>
          <a:prstGeom prst="rect">
            <a:avLst/>
          </a:prstGeom>
        </p:spPr>
      </p:pic>
      <p:pic>
        <p:nvPicPr>
          <p:cNvPr id="8" name="图片 7" descr="20221017安居建业vi手册+全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085830" y="271780"/>
            <a:ext cx="678815" cy="385445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9.xml"/><Relationship Id="rId7" Type="http://schemas.openxmlformats.org/officeDocument/2006/relationships/image" Target="../media/image2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8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2.png"/><Relationship Id="rId5" Type="http://schemas.openxmlformats.org/officeDocument/2006/relationships/image" Target="../media/image7.jpeg"/><Relationship Id="rId4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244408" y="2233295"/>
            <a:ext cx="7703185" cy="695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sz="6600" b="1" dirty="0" err="1">
                <a:solidFill>
                  <a:srgbClr val="F691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添加</a:t>
            </a:r>
            <a:r>
              <a:rPr kumimoji="1" lang="zh-CN" altLang="en-US" sz="6600" b="1" dirty="0">
                <a:solidFill>
                  <a:srgbClr val="F691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主</a:t>
            </a:r>
            <a:r>
              <a:rPr kumimoji="1" sz="6600" b="1" dirty="0" err="1">
                <a:solidFill>
                  <a:srgbClr val="F691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标题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331167" y="3000934"/>
            <a:ext cx="7529667" cy="5050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添加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副</a:t>
            </a:r>
            <a:r>
              <a:rPr kumimoji="1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标题</a:t>
            </a: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683760" y="4466341"/>
            <a:ext cx="2824480" cy="371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汇报人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2XXX.XX.XX</a:t>
            </a:r>
          </a:p>
        </p:txBody>
      </p:sp>
      <p:pic>
        <p:nvPicPr>
          <p:cNvPr id="5" name="图片 4" descr="20221017安居建业vi手册+全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5830" y="271780"/>
            <a:ext cx="678815" cy="3854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5" t="16326" r="10428" b="13565"/>
          <a:stretch>
            <a:fillRect/>
          </a:stretch>
        </p:blipFill>
        <p:spPr>
          <a:xfrm>
            <a:off x="0" y="5864225"/>
            <a:ext cx="2877185" cy="9937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328035" y="1953895"/>
            <a:ext cx="1673860" cy="2016125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638675" y="2552700"/>
            <a:ext cx="1238250" cy="980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369435" y="2486025"/>
            <a:ext cx="1474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solidFill>
                  <a:srgbClr val="F082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目</a:t>
            </a:r>
            <a:r>
              <a:rPr lang="en-US" altLang="zh-CN" sz="4000">
                <a:solidFill>
                  <a:srgbClr val="F082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 </a:t>
            </a:r>
            <a:r>
              <a:rPr lang="zh-CN" altLang="en-US" sz="4000">
                <a:solidFill>
                  <a:srgbClr val="F082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录</a:t>
            </a: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3627755" y="3032125"/>
            <a:ext cx="21082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华文楷体" panose="02010600040101010101" pitchFamily="2" charset="-122"/>
              </a:rPr>
              <a:t>CONTENTS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146165" y="1432243"/>
            <a:ext cx="3235960" cy="3993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01 /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添加标题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1_1  添加小标题</a:t>
            </a:r>
            <a:endParaRPr kumimoji="0" lang="en-US" altLang="zh-CN" sz="1800" b="0" i="0" u="none" strike="noStrike" kern="14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  <a:sym typeface="思源黑体 CN Normal" panose="020B0400000000000000" charset="-122"/>
            </a:endParaRPr>
          </a:p>
          <a:p>
            <a:pPr>
              <a:defRPr/>
            </a:pPr>
            <a:r>
              <a:rPr kumimoji="0" lang="zh-CN" altLang="en-US" sz="1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1_</a:t>
            </a:r>
            <a:r>
              <a:rPr kumimoji="0" lang="en-US" altLang="zh-CN" sz="1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2</a:t>
            </a:r>
            <a:r>
              <a:rPr kumimoji="0" lang="zh-CN" altLang="en-US" sz="1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  添加小标题</a:t>
            </a:r>
            <a:endParaRPr lang="en-US" altLang="zh-CN" kern="1400" spc="100" dirty="0">
              <a:solidFill>
                <a:prstClr val="black">
                  <a:lumMod val="65000"/>
                  <a:lumOff val="35000"/>
                </a:prst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  <a:sym typeface="思源黑体 CN Normal" panose="020B0400000000000000" charset="-122"/>
            </a:endParaRPr>
          </a:p>
          <a:p>
            <a:pPr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02 /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添加标题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kern="1400" spc="100" dirty="0">
                <a:solidFill>
                  <a:prstClr val="black">
                    <a:lumMod val="65000"/>
                    <a:lumOff val="3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2</a:t>
            </a:r>
            <a:r>
              <a:rPr kumimoji="0" lang="zh-CN" altLang="en-US" sz="1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_1  </a:t>
            </a:r>
            <a:r>
              <a:rPr lang="zh-CN" altLang="en-US" kern="1400" spc="100" dirty="0">
                <a:solidFill>
                  <a:prstClr val="black">
                    <a:lumMod val="65000"/>
                    <a:lumOff val="3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添加小标题</a:t>
            </a:r>
            <a:endParaRPr kumimoji="0" lang="en-US" altLang="zh-CN" sz="1800" b="0" i="0" u="none" strike="noStrike" kern="14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  <a:sym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kern="1400" spc="100" dirty="0">
                <a:solidFill>
                  <a:prstClr val="black">
                    <a:lumMod val="65000"/>
                    <a:lumOff val="3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2</a:t>
            </a:r>
            <a:r>
              <a:rPr kumimoji="0" lang="zh-CN" altLang="en-US" sz="1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_</a:t>
            </a:r>
            <a:r>
              <a:rPr kumimoji="0" lang="en-US" altLang="zh-CN" sz="1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2</a:t>
            </a:r>
            <a:r>
              <a:rPr kumimoji="0" lang="zh-CN" altLang="en-US" sz="1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  </a:t>
            </a:r>
            <a:r>
              <a:rPr lang="zh-CN" altLang="en-US" kern="1400" spc="100" dirty="0">
                <a:solidFill>
                  <a:prstClr val="black">
                    <a:lumMod val="65000"/>
                    <a:lumOff val="3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添加小标题</a:t>
            </a:r>
            <a:endParaRPr kumimoji="0" lang="en-US" altLang="zh-CN" sz="1800" b="0" i="0" u="none" strike="noStrike" kern="14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  <a:sym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4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  <a:sym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03 /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添加标题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kern="1400" spc="100" dirty="0">
                <a:solidFill>
                  <a:prstClr val="black">
                    <a:lumMod val="65000"/>
                    <a:lumOff val="3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3</a:t>
            </a:r>
            <a:r>
              <a:rPr kumimoji="0" lang="en-US" altLang="zh-CN" sz="1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_1  </a:t>
            </a:r>
            <a:r>
              <a:rPr kumimoji="0" lang="zh-CN" altLang="en-US" sz="1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添加小标题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kern="1400" spc="100" dirty="0">
                <a:solidFill>
                  <a:prstClr val="black">
                    <a:lumMod val="65000"/>
                    <a:lumOff val="3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3</a:t>
            </a:r>
            <a:r>
              <a:rPr kumimoji="0" lang="en-US" altLang="zh-CN" sz="1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_2</a:t>
            </a:r>
            <a:r>
              <a:rPr kumimoji="0" lang="zh-CN" altLang="en-US" sz="1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  </a:t>
            </a:r>
            <a:r>
              <a:rPr lang="zh-CN" altLang="en-US" kern="1400" spc="100" dirty="0">
                <a:solidFill>
                  <a:prstClr val="black">
                    <a:lumMod val="65000"/>
                    <a:lumOff val="35000"/>
                  </a:prst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添加小标题</a:t>
            </a:r>
            <a:endParaRPr dirty="0">
              <a:solidFill>
                <a:schemeClr val="bg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endParaRPr sz="2400" dirty="0">
              <a:solidFill>
                <a:schemeClr val="bg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  <a:p>
            <a:endParaRPr sz="2400" dirty="0">
              <a:solidFill>
                <a:schemeClr val="bg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5" t="16326" r="10428" b="13565"/>
          <a:stretch>
            <a:fillRect/>
          </a:stretch>
        </p:blipFill>
        <p:spPr>
          <a:xfrm>
            <a:off x="0" y="5922645"/>
            <a:ext cx="2707640" cy="935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948430" y="2415223"/>
            <a:ext cx="2286635" cy="1860550"/>
            <a:chOff x="6218" y="3686"/>
            <a:chExt cx="3601" cy="2930"/>
          </a:xfrm>
        </p:grpSpPr>
        <p:sp>
          <p:nvSpPr>
            <p:cNvPr id="8" name="矩形 7"/>
            <p:cNvSpPr/>
            <p:nvPr>
              <p:custDataLst>
                <p:tags r:id="rId2"/>
              </p:custDataLst>
            </p:nvPr>
          </p:nvSpPr>
          <p:spPr>
            <a:xfrm>
              <a:off x="6218" y="3686"/>
              <a:ext cx="2499" cy="2930"/>
            </a:xfrm>
            <a:prstGeom prst="rect">
              <a:avLst/>
            </a:prstGeom>
            <a:noFill/>
            <a:ln w="44450">
              <a:solidFill>
                <a:srgbClr val="F082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8475" y="4260"/>
              <a:ext cx="1155" cy="177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005" y="3823"/>
              <a:ext cx="2814" cy="2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500">
                  <a:solidFill>
                    <a:srgbClr val="F08200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6960" y="4815"/>
              <a:ext cx="901" cy="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6527" y="4819"/>
              <a:ext cx="1672" cy="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50">
                  <a:solidFill>
                    <a:srgbClr val="F08200"/>
                  </a:solidFill>
                  <a:latin typeface="微软雅黑" panose="020B0503020204020204" charset="-122"/>
                  <a:ea typeface="微软雅黑" panose="020B0503020204020204" charset="-122"/>
                </a:rPr>
                <a:t>PART</a:t>
              </a: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235065" y="2259449"/>
            <a:ext cx="381952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添加标题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1_1  </a:t>
            </a:r>
            <a:r>
              <a:rPr kumimoji="0" lang="zh-CN" altLang="en-US" sz="2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添加小标题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1_2</a:t>
            </a:r>
            <a:r>
              <a:rPr kumimoji="0" lang="zh-CN" altLang="en-US" sz="2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  添加小标题</a:t>
            </a:r>
            <a:endParaRPr kumimoji="0" lang="en-US" altLang="zh-CN" sz="2800" b="0" i="0" u="none" strike="noStrike" kern="1400" cap="none" spc="1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  <a:sym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1_3</a:t>
            </a:r>
            <a:r>
              <a:rPr kumimoji="0" lang="zh-CN" altLang="en-US" sz="2800" b="0" i="0" u="none" strike="noStrike" kern="1400" cap="none" spc="1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  添加小标题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-1" y="0"/>
            <a:ext cx="2646045" cy="97763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lIns="108000" tIns="108000" rIns="108000" bIns="108000" rtlCol="0" anchor="ctr" anchorCtr="0">
            <a:noAutofit/>
          </a:bodyPr>
          <a:lstStyle>
            <a:defPPr>
              <a:defRPr lang="zh-CN"/>
            </a:defPPr>
            <a:lvl1pPr algn="ctr">
              <a:defRPr kumimoji="1" b="1">
                <a:solidFill>
                  <a:srgbClr val="FFFFFF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rPr>
              <a:t>添加标题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+mn-ea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4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1.1</a:t>
            </a:r>
            <a:r>
              <a:rPr kumimoji="0" lang="zh-CN" altLang="en-US" sz="2400" b="0" i="0" u="none" strike="noStrike" kern="1400" cap="none" spc="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思源黑体 CN Normal" panose="020B0400000000000000" charset="-122"/>
              </a:rPr>
              <a:t>添加小标题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646045" y="0"/>
            <a:ext cx="9508666" cy="97762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思源黑体 CN Normal" panose="020B0400000000000000" charset="-122"/>
              </a:rPr>
              <a:t>本页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思源黑体 CN Normal" panose="020B0400000000000000" charset="-122"/>
              </a:rPr>
              <a:t>PPT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思源黑体 CN Normal" panose="020B0400000000000000" charset="-122"/>
              </a:rPr>
              <a:t>核心结论简要描述，</a:t>
            </a:r>
            <a:r>
              <a:rPr lang="zh-CN" altLang="en-US" sz="24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思源黑体 CN Normal" panose="020B0400000000000000" charset="-122"/>
              </a:rPr>
              <a:t>重要观点可标红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思源黑体 CN Normal" panose="020B0400000000000000" charset="-122"/>
              </a:rPr>
              <a:t>。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思源黑体 CN Normal" panose="020B0400000000000000" charset="-122"/>
            </a:endParaRPr>
          </a:p>
          <a:p>
            <a:pPr>
              <a:defRPr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思源黑体 CN Normal" panose="020B0400000000000000" charset="-122"/>
              </a:rPr>
              <a:t>本页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思源黑体 CN Normal" panose="020B0400000000000000" charset="-122"/>
              </a:rPr>
              <a:t>PPT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思源黑体 CN Normal" panose="020B0400000000000000" charset="-122"/>
              </a:rPr>
              <a:t>核心结论简要描述，</a:t>
            </a:r>
            <a:r>
              <a:rPr lang="zh-CN" altLang="en-US" sz="24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思源黑体 CN Normal" panose="020B0400000000000000" charset="-122"/>
              </a:rPr>
              <a:t>重要观点可标红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思源黑体 CN Normal" panose="020B0400000000000000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4" y="597"/>
            <a:ext cx="12191998" cy="6857192"/>
          </a:xfrm>
          <a:prstGeom prst="rect">
            <a:avLst/>
          </a:prstGeom>
        </p:spPr>
      </p:pic>
      <p:pic>
        <p:nvPicPr>
          <p:cNvPr id="2" name="图片 1" descr="20221017安居建业vi手册+全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5830" y="271780"/>
            <a:ext cx="678815" cy="38544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85292" y="5557491"/>
            <a:ext cx="74793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深圳市安居建业投资运营有限公司   </a:t>
            </a:r>
            <a:r>
              <a:rPr kumimoji="1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Shenzhen  Finance&amp;Real Estate Stability CO.,Ltd</a:t>
            </a:r>
          </a:p>
          <a:p>
            <a:pPr lvl="0" algn="ctr">
              <a:lnSpc>
                <a:spcPct val="150000"/>
              </a:lnSpc>
              <a:defRPr/>
            </a:pP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深圳市福田区福田街道金田路</a:t>
            </a: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2026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号能源大厦北塔</a:t>
            </a: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24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25</a:t>
            </a: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楼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T | 0755-8358-5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326</a:t>
            </a:r>
            <a:r>
              <a:rPr kumimoji="1" lang="en-GB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   E | ajjy@szajjy.com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GB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" name="标题 1"/>
          <p:cNvSpPr txBox="1"/>
          <p:nvPr>
            <p:custDataLst>
              <p:tags r:id="rId3"/>
            </p:custDataLst>
          </p:nvPr>
        </p:nvSpPr>
        <p:spPr>
          <a:xfrm>
            <a:off x="4486275" y="1357928"/>
            <a:ext cx="3219450" cy="1935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THANKS!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241" y="2740635"/>
            <a:ext cx="5771628" cy="139235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FmZmU1MDc3NWQ3MTFlY2MwODQyZmUyOGM3YjU4NTEifQ=="/>
  <p:tag name="KSO_WPP_MARK_KEY" val="baa1e48b-075e-4239-8995-f1f06b1c52a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宽屏</PresentationFormat>
  <Paragraphs>32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华文楷体</vt:lpstr>
      <vt:lpstr>思源黑体 CN Normal</vt:lpstr>
      <vt:lpstr>思源黑体 CN Regular</vt:lpstr>
      <vt:lpstr>宋体</vt:lpstr>
      <vt:lpstr>微软雅黑</vt:lpstr>
      <vt:lpstr>Arial</vt:lpstr>
      <vt:lpstr>Calibri</vt:lpstr>
      <vt:lpstr>Wingdings</vt:lpstr>
      <vt:lpstr>Office 主题​​</vt:lpstr>
      <vt:lpstr>1_自定义设计方案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Arthur</dc:creator>
  <cp:lastModifiedBy>HUAWEI</cp:lastModifiedBy>
  <cp:revision>175</cp:revision>
  <dcterms:created xsi:type="dcterms:W3CDTF">2019-06-19T02:08:00Z</dcterms:created>
  <dcterms:modified xsi:type="dcterms:W3CDTF">2024-06-14T06:11:12Z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2052-11.8.2.10972</vt:lpwstr>
  </property>
  <property fmtid="{D5CDD505-2E9C-101B-9397-08002B2CF9AE}" pid="3" name="ICV">
    <vt:lpwstr>A6E6BB60D5C647AFAAC7CE43B5BA1A63_13</vt:lpwstr>
  </property>
</Properties>
</file>