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Sm"/>
  </p:sldMasterIdLst>
  <p:sldIdLst>
    <p:sldId id="256" r:id="rId1"/>
    <p:sldId id="257" r:id="rId2"/>
  </p:sldIdLst>
  <p:sldSz cx="12192000" cy="6858000" type="wide"/>
  <p:notesSz cx="6858000" cy="12192000"/>
</p:presentation>
</file>

<file path=ppt/_rels/presentation.xml.rels><?xml version="1.0" encoding="UTF-8" standalone="yes"?>
<Relationships xmlns="http://schemas.openxmlformats.org/package/2006/relationships">
  <Relationship Id="rIdSm" Type="http://schemas.openxmlformats.org/officeDocument/2006/relationships/slideMaster" Target="slideMasters/slideMaster1.xml"/>
  <Relationship Id="rId1" Type="http://schemas.openxmlformats.org/officeDocument/2006/relationships/slide" Target="slides/slide1.xml"/>
  <Relationship Id="rId2" Type="http://schemas.openxmlformats.org/officeDocument/2006/relationships/slide" Target="slides/slide2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914400"/>
            <a:ext cx="4572000" cy="9144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/>
            <a:r>
              <a:rPr lang="en-US" sz="3600" dirty="0">
                <a:solidFill>
                  <a:srgbClr val="111827"/>
                </a:solidFill>
                <a:latin typeface="Aptos"/>
                <a:ea typeface="Aptos"/>
              </a:rPr>
              <a:t>grow-shrink emphasis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6" presetClass="emph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Scale>
                                <p:cBhvr additive="base">
                                  <p:cTn id="6" dur="500" fill="hold"/>
                                  <p:tgtEl>
                                    <p:spTgt spid="2"/>
                                  </p:tgtEl>
                                </p:cBhvr>
                                <p:from x="90000" y="90000"/>
                                <p:to x="108000" y="108000"/>
                              </p:animScale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914400"/>
            <a:ext cx="4572000" cy="9144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/>
            <a:r>
              <a:rPr lang="en-US" sz="3600" dirty="0">
                <a:solidFill>
                  <a:srgbClr val="111827"/>
                </a:solidFill>
                <a:latin typeface="Aptos"/>
                <a:ea typeface="Aptos"/>
              </a:rPr>
              <a:t>pulse emphasis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6" presetClass="emph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Scale>
                                <p:cBhvr additive="base">
                                  <p:cTn id="6" dur="500" fill="hold"/>
                                  <p:tgtEl>
                                    <p:spTgt spid="2"/>
                                  </p:tgtEl>
                                </p:cBhvr>
                                <p:from x="100000" y="100000"/>
                                <p:to x="106000" y="106000"/>
                              </p:animScale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6350">
          <a:solidFill>
            <a:schemeClr val="phClr"/>
          </a:solidFill>
        </a:ln>
        <a:ln w="63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