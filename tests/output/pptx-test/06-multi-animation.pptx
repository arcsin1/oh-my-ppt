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Sm"/>
  </p:sldMasterIdLst>
  <p:sldIdLst>
    <p:sldId id="256" r:id="rId1"/>
  </p:sldIdLst>
  <p:sldSz cx="12192000" cy="6858000" type="wide"/>
  <p:notesSz cx="6858000" cy="12192000"/>
</p:presentation>
</file>

<file path=ppt/_rels/presentation.xml.rels><?xml version="1.0" encoding="UTF-8" standalone="yes"?>
<Relationships xmlns="http://schemas.openxmlformats.org/package/2006/relationships">
  <Relationship Id="rIdSm" Type="http://schemas.openxmlformats.org/officeDocument/2006/relationships/slideMaster" Target="slideMasters/slideMaster1.xml"/>
  <Relationship Id="rId1" Type="http://schemas.openxmlformats.org/officeDocument/2006/relationships/slide" Target="slides/slide1.xml"/>
</Relationships>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
<Relationships xmlns="http://schemas.openxmlformats.org/package/2006/relationships">
  <Relationship Id="rIdLayout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14400" y="457200"/>
            <a:ext cx="4572000" cy="64008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/>
            <a:r>
              <a:rPr lang="en-US" sz="2200" dirty="0">
                <a:solidFill>
                  <a:srgbClr val="111827"/>
                </a:solidFill>
                <a:latin typeface="Aptos"/>
                <a:ea typeface="Aptos"/>
              </a:rPr>
              <a:t>fade-up (load, delay=0)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914400" y="1828800"/>
            <a:ext cx="4572000" cy="64008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/>
            <a:r>
              <a:rPr lang="en-US" sz="2200" dirty="0">
                <a:solidFill>
                  <a:srgbClr val="111827"/>
                </a:solidFill>
                <a:latin typeface="Aptos"/>
                <a:ea typeface="Aptos"/>
              </a:rPr>
              <a:t>scale-in (load, delay=200)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914400" y="3200400"/>
            <a:ext cx="4572000" cy="64008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/>
            <a:r>
              <a:rPr lang="en-US" sz="2200" dirty="0">
                <a:solidFill>
                  <a:srgbClr val="111827"/>
                </a:solidFill>
                <a:latin typeface="Aptos"/>
                <a:ea typeface="Aptos"/>
              </a:rPr>
              <a:t>fly-in from=left (load, delay=400)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914400" y="4572000"/>
            <a:ext cx="4572000" cy="64008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/>
            <a:r>
              <a:rPr lang="en-US" sz="2200" dirty="0">
                <a:solidFill>
                  <a:srgbClr val="111827"/>
                </a:solidFill>
                <a:latin typeface="Aptos"/>
                <a:ea typeface="Aptos"/>
              </a:rPr>
              <a:t>exit-fade (click)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presetID="2" presetClass="entr" presetSubtype="8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6" dur="500" fill="hold"/>
                                  <p:tgtEl>
                                    <p:spTgt spid="2"/>
                                  </p:tgtEl>
                                  <p:attrNameLst>
                                    <p:attrName>ppt_x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x"/>
                                    </p:val>
                                  </p:tav>
                                  <p:tav tm="100000">
                                    <p:val>
                                      <p:strVal val="#ppt_x"/>
                                    </p:val>
                                  </p:tav>
                                </p:tavLst>
                              </p:anim>
                              <p:anim calcmode="lin" valueType="num">
                                <p:cBhvr additive="base">
                                  <p:cTn id="7" dur="500" fill="hold"/>
                                  <p:tgtEl>
                                    <p:spTgt spid="2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y+#ppt_h/2"/>
                                    </p:val>
                                  </p:tav>
                                  <p:tav tm="100000">
                                    <p:val>
                                      <p:strVal val="#ppt_y"/>
                                    </p:val>
                                  </p:tav>
                                </p:tavLst>
                              </p:anim>
                              <p:animEffect transition="in" filter="fade">
                                <p:cBhvr>
                                  <p:cTn id="8" dur="500" fill="hold"/>
                                  <p:tgtEl>
                                    <p:spTgt spid="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presetID="31" presetClass="entr" fill="hold" grpId="0" nodeType="withEffect">
                            <p:stCondLst>
                              <p:cond delay="20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Scale>
                                <p:cBhvr additive="base">
                                  <p:cTn id="11" dur="600" fill="hold"/>
                                  <p:tgtEl>
                                    <p:spTgt spid="3"/>
                                  </p:tgtEl>
                                </p:cBhvr>
                                <p:from x="85000" y="85000"/>
                                <p:to x="100000" y="100000"/>
                              </p:animScale>
                              <p:animEffect transition="in" filter="fade">
                                <p:cBhvr>
                                  <p:cTn id="12" dur="600" fill="hold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presetID="2" presetClass="entr" fill="hold" grpId="0" nodeType="withEffect">
                            <p:stCondLst>
                              <p:cond delay="40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15" dur="500" fill="hold"/>
                                  <p:tgtEl>
                                    <p:spTgt spid="4"/>
                                  </p:tgtEl>
                                  <p:attrNameLst>
                                    <p:attrName>ppt_x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x-#ppt_w/2"/>
                                    </p:val>
                                  </p:tav>
                                  <p:tav tm="100000">
                                    <p:val>
                                      <p:strVal val="#ppt_x"/>
                                    </p:val>
                                  </p:tav>
                                </p:tavLst>
                              </p:anim>
                              <p:anim calcmode="lin" valueType="num">
                                <p:cBhvr additive="base">
                                  <p:cTn id="16" dur="500" fill="hold"/>
                                  <p:tgtEl>
                                    <p:spTgt spid="4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y"/>
                                    </p:val>
                                  </p:tav>
                                  <p:tav tm="100000">
                                    <p:val>
                                      <p:strVal val="#ppt_y"/>
                                    </p:val>
                                  </p:tav>
                                </p:tavLst>
                              </p:anim>
                              <p:animEffect transition="in" filter="fade">
                                <p:cBhvr>
                                  <p:cTn id="17" dur="500" fill="hold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0"/>
                      </p:stCondLst>
                      <p:childTnLst>
                        <p:par>
                          <p:cTn id="19" presetID="10" presetClass="exit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out" filter="fade">
                                <p:cBhvr>
                                  <p:cTn id="21" dur="400" fill="hold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5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</a:majorFont>
      <a:minorFont>
        <a:latin typeface="Aptos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6350">
          <a:solidFill>
            <a:schemeClr val="phClr"/>
          </a:solidFill>
        </a:ln>
        <a:ln w="63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