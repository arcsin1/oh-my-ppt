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Sm"/>
  </p:sldMasterIdLst>
  <p:sldIdLst>
    <p:sldId id="256" r:id="rId1"/>
  </p:sldIdLst>
  <p:sldSz cx="12192000" cy="6858000" type="wide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Sm" Type="http://schemas.openxmlformats.org/officeDocument/2006/relationships/slideMaster" Target="slideMasters/slideMaster1.xml"/>
  <Relationship Id="rId1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4572000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2200" dirty="0">
                <a:solidFill>
                  <a:srgbClr val="111827"/>
                </a:solidFill>
                <a:latin typeface="Aptos"/>
                <a:ea typeface="Aptos"/>
              </a:rPr>
              <a:t>fade-up (load, delay=0)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4400" y="1828800"/>
            <a:ext cx="4572000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2200" dirty="0">
                <a:solidFill>
                  <a:srgbClr val="111827"/>
                </a:solidFill>
                <a:latin typeface="Aptos"/>
                <a:ea typeface="Aptos"/>
              </a:rPr>
              <a:t>scale-in (load, delay=200)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3200400"/>
            <a:ext cx="4572000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2200" dirty="0">
                <a:solidFill>
                  <a:srgbClr val="111827"/>
                </a:solidFill>
                <a:latin typeface="Aptos"/>
                <a:ea typeface="Aptos"/>
              </a:rPr>
              <a:t>fly-in from=left (load, delay=400)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4572000"/>
            <a:ext cx="4572000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2200" dirty="0">
                <a:solidFill>
                  <a:srgbClr val="111827"/>
                </a:solidFill>
                <a:latin typeface="Aptos"/>
                <a:ea typeface="Aptos"/>
              </a:rPr>
              <a:t>exit-fade (click)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8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#ppt_h/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presetID="31" presetClass="entr" fill="hold" grpId="0" nodeType="withEffect">
                            <p:stCondLst>
                              <p:cond delay="20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 additive="base">
                                  <p:cTn id="11" dur="600" fill="hold"/>
                                  <p:tgtEl>
                                    <p:spTgt spid="3"/>
                                  </p:tgtEl>
                                </p:cBhvr>
                                <p:from x="85000" y="85000"/>
                                <p:to x="100000" y="100000"/>
                              </p:animScale>
                              <p:animEffect transition="in" filter="fade">
                                <p:cBhvr>
                                  <p:cTn id="12" dur="6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2" presetClass="entr" fill="hold" grpId="0" nodeType="withEffect">
                            <p:stCondLst>
                              <p:cond delay="40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5" dur="500" fill="hold"/>
                                  <p:tgtEl>
                                    <p:spTgt spid="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#ppt_w/2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16" dur="5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7" dur="5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0" presetClass="exit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out" filter="fade">
                                <p:cBhvr>
                                  <p:cTn id="21" dur="4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