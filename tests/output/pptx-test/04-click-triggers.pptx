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Sm"/>
  </p:sldMasterIdLst>
  <p:sldIdLst>
    <p:sldId id="256" r:id="rId1"/>
  </p:sldIdLst>
  <p:sldSz cx="12192000" cy="6858000" type="wide"/>
  <p:notesSz cx="6858000" cy="12192000"/>
</p:presentation>
</file>

<file path=ppt/_rels/presentation.xml.rels><?xml version="1.0" encoding="UTF-8" standalone="yes"?>
<Relationships xmlns="http://schemas.openxmlformats.org/package/2006/relationships">
  <Relationship Id="rIdSm" Type="http://schemas.openxmlformats.org/officeDocument/2006/relationships/slideMaster" Target="slideMasters/slideMaster1.xml"/>
  <Relationship Id="rId1" Type="http://schemas.openxmlformats.org/officeDocument/2006/relationships/slide" Target="slides/slid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914400"/>
            <a:ext cx="3657600" cy="6400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/>
            <a:r>
              <a:rPr lang="en-US" sz="2400" dirty="0">
                <a:solidFill>
                  <a:srgbClr val="111827"/>
                </a:solidFill>
                <a:latin typeface="Aptos"/>
                <a:ea typeface="Aptos"/>
              </a:rPr>
              <a:t>Click 1: fade-up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14400" y="2286000"/>
            <a:ext cx="3657600" cy="6400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/>
            <a:r>
              <a:rPr lang="en-US" sz="2400" dirty="0">
                <a:solidFill>
                  <a:srgbClr val="111827"/>
                </a:solidFill>
                <a:latin typeface="Aptos"/>
                <a:ea typeface="Aptos"/>
              </a:rPr>
              <a:t>Click 2: scale-in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14400" y="3657600"/>
            <a:ext cx="3657600" cy="6400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/>
            <a:r>
              <a:rPr lang="en-US" sz="2400" dirty="0">
                <a:solidFill>
                  <a:srgbClr val="111827"/>
                </a:solidFill>
                <a:latin typeface="Aptos"/>
                <a:ea typeface="Aptos"/>
              </a:rPr>
              <a:t>Click 3: exit-fly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presetID="2" presetClass="entr" presetSubtype="8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6" dur="500" fill="hold"/>
                                  <p:tgtEl>
                                    <p:spTgt spid="2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7" dur="500" fill="hold"/>
                                  <p:tgtEl>
                                    <p:spTgt spid="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#ppt_h/2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8" dur="500" fill="hold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presetID="31" presetClass="entr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Scale>
                                <p:cBhvr additive="base">
                                  <p:cTn id="12" dur="500" fill="hold"/>
                                  <p:tgtEl>
                                    <p:spTgt spid="3"/>
                                  </p:tgtEl>
                                </p:cBhvr>
                                <p:from x="85000" y="85000"/>
                                <p:to x="100000" y="100000"/>
                              </p:animScale>
                              <p:animEffect transition="in" filter="fade">
                                <p:cBhvr>
                                  <p:cTn id="13" dur="500" fill="hold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presetID="2" presetClass="exit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7" dur="500" fill="hold"/>
                                  <p:tgtEl>
                                    <p:spTgt spid="4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18" dur="500" fill="hold"/>
                                  <p:tgtEl>
                                    <p:spTgt spid="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"/>
                                    </p:val>
                                  </p:tav>
                                  <p:tav tm="100000">
                                    <p:val>
                                      <p:strVal val="#ppt_y+#ppt_h/2"/>
                                    </p:val>
                                  </p:tav>
                                </p:tavLst>
                              </p:anim>
                              <p:animEffect transition="out" filter="fade">
                                <p:cBhvr>
                                  <p:cTn id="19" dur="500" fill="hold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