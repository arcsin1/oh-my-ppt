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Sm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 type="wide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Sm" Type="http://schemas.openxmlformats.org/officeDocument/2006/relationships/slideMaster" Target="slideMasters/slideMaster1.xml"/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  <Relationship Id="rId14" Type="http://schemas.openxmlformats.org/officeDocument/2006/relationships/slide" Target="slides/slide14.xml"/>
  <Relationship Id="rId15" Type="http://schemas.openxmlformats.org/officeDocument/2006/relationships/slide" Target="slides/slide15.xml"/>
  <Relationship Id="rId16" Type="http://schemas.openxmlformats.org/officeDocument/2006/relationships/slide" Target="slides/slide16.xml"/>
  <Relationship Id="rId17" Type="http://schemas.openxmlformats.org/officeDocument/2006/relationships/slide" Target="slides/slide17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data-anim="fade"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data-anim="fade-up"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presetSubtype="8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#ppt_h/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data-anim="fade-down"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presetSubtype="1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-#ppt_h/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data-anim="fade-left"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presetSubtype="3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#ppt_w/2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data-anim="fade-right"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presetSubtype="2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#ppt_w/2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data-anim="scale-in"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31" presetClass="entr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Scale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  <p:from x="85000" y="85000"/>
                                <p:to x="100000" y="100000"/>
                              </p:animScale>
                              <p:animEffect transition="in" filter="fade">
                                <p:cBhvr>
                                  <p:cTn id="7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data-anim="slide-up"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presetSubtype="8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#ppt_h/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data-anim="slide-left"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presetSubtype="3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#ppt_w/2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data-anim="fly-in"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#ppt_h/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data-anim="wipe"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5" presetClass="entr" presetSubtype="1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data-anim="zoom-in"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31" presetClass="entr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Scale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  <p:from x="75000" y="75000"/>
                                <p:to x="100000" y="100000"/>
                              </p:animScale>
                              <p:animEffect transition="in" filter="fade">
                                <p:cBhvr>
                                  <p:cTn id="7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data-anim="spin-in"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31" presetClass="entr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Scale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  <p:from x="92000" y="92000"/>
                                <p:to x="100000" y="100000"/>
                              </p:animScale>
                              <p:animEffect transition="in" filter="fade">
                                <p:cBhvr>
                                  <p:cTn id="7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data-anim="grow-shrink"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6" presetClass="emph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Scale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  <p:from x="90000" y="90000"/>
                                <p:to x="108000" y="108000"/>
                              </p:animScale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data-anim="pulse"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6" presetClass="emph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Scale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  <p:from x="100000" y="100000"/>
                                <p:to x="106000" y="106000"/>
                              </p:animScale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data-anim="exit-fade"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xit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out" filter="fade">
                                <p:cBhvr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data-anim="exit-fly"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xit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"/>
                                    </p:val>
                                  </p:tav>
                                  <p:tav tm="100000">
                                    <p:val>
                                      <p:strVal val="#ppt_y+#ppt_h/2"/>
                                    </p:val>
                                  </p:tav>
                                </p:tavLst>
                              </p:anim>
                              <p:animEffect transition="out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data-anim="path"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