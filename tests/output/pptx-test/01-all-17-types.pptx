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Sm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wide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Sm" Type="http://schemas.openxmlformats.org/officeDocument/2006/relationships/slideMaster" Target="slideMasters/slideMaster1.xml"/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  <Relationship Id="rId6" Type="http://schemas.openxmlformats.org/officeDocument/2006/relationships/slide" Target="slides/slide6.xml"/>
  <Relationship Id="rId7" Type="http://schemas.openxmlformats.org/officeDocument/2006/relationships/slide" Target="slides/slide7.xml"/>
  <Relationship Id="rId8" Type="http://schemas.openxmlformats.org/officeDocument/2006/relationships/slide" Target="slides/slide8.xml"/>
  <Relationship Id="rId9" Type="http://schemas.openxmlformats.org/officeDocument/2006/relationships/slide" Target="slides/slide9.xml"/>
  <Relationship Id="rId10" Type="http://schemas.openxmlformats.org/officeDocument/2006/relationships/slide" Target="slides/slide10.xml"/>
  <Relationship Id="rId11" Type="http://schemas.openxmlformats.org/officeDocument/2006/relationships/slide" Target="slides/slide11.xml"/>
  <Relationship Id="rId12" Type="http://schemas.openxmlformats.org/officeDocument/2006/relationships/slide" Target="slides/slide12.xml"/>
  <Relationship Id="rId13" Type="http://schemas.openxmlformats.org/officeDocument/2006/relationships/slide" Target="slides/slide13.xml"/>
  <Relationship Id="rId14" Type="http://schemas.openxmlformats.org/officeDocument/2006/relationships/slide" Target="slides/slide14.xml"/>
  <Relationship Id="rId15" Type="http://schemas.openxmlformats.org/officeDocument/2006/relationships/slide" Target="slides/slide15.xml"/>
  <Relationship Id="rId16" Type="http://schemas.openxmlformats.org/officeDocument/2006/relationships/slide" Target="slides/slide16.xml"/>
  <Relationship Id="rId17" Type="http://schemas.openxmlformats.org/officeDocument/2006/relationships/slide" Target="slides/slide17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6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data-anim="fade"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data-anim="fade-up"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8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data-anim="fade-down"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1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-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data-anim="fade-left"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3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data-anim="fade-right"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2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-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data-anim="scale-in"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85000" y="85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data-anim="slide-up"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8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data-anim="slide-left"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presetSubtype="3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+#ppt_w/2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data-anim="fly-in"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+#ppt_h/2"/>
                                    </p:val>
                                  </p:tav>
                                  <p:tav tm="100000">
                                    <p:val>
                                      <p:strVal val="#ppt_y"/>
                                    </p:val>
                                  </p:tav>
                                </p:tavLst>
                              </p:anim>
                              <p:animEffect transition="in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data-anim="wipe"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5" presetClass="entr" presetSubtype="1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data-anim="zoom-in"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75000" y="75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data-anim="spin-in"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31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92000" y="92000"/>
                                <p:to x="100000" y="100000"/>
                              </p:animScale>
                              <p:animEffect transition="in" filter="fade">
                                <p:cBhvr>
                                  <p:cTn id="7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data-anim="grow-shrink"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90000" y="90000"/>
                                <p:to x="108000" y="108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data-anim="pulse"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6" presetClass="emph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Scale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  <p:from x="100000" y="100000"/>
                                <p:to x="106000" y="106000"/>
                              </p:animScale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data-anim="exit-fade"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out" filter="fade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data-anim="exit-fly"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2" presetClass="exit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 calcmode="lin" valueType="num">
                                <p:cBhvr additive="base">
                                  <p:cTn id="6" dur="500" fill="hold"/>
                                  <p:tgtEl>
                                    <p:spTgt spid="2"/>
                                  </p:tgtEl>
                                  <p:attrNameLst>
                                    <p:attrName>ppt_x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x"/>
                                    </p:val>
                                  </p:tav>
                                  <p:tav tm="100000">
                                    <p:val>
                                      <p:strVal val="#ppt_x"/>
                                    </p:val>
                                  </p:tav>
                                </p:tavLst>
                              </p:anim>
                              <p:anim calcmode="lin" valueType="num">
                                <p:cBhvr additive="base">
                                  <p:cTn id="7" dur="500" fill="hold"/>
                                  <p:tgtEl>
                                    <p:spTgt spid="2"/>
                                  </p:tgtEl>
                                  <p:attrNameLst>
                                    <p:attrName>ppt_y</p:attrName>
                                  </p:attrNameLst>
                                </p:cBhvr>
                                <p:tavLst>
                                  <p:tav tm="0">
                                    <p:val>
                                      <p:strVal val="#ppt_y"/>
                                    </p:val>
                                  </p:tav>
                                  <p:tav tm="100000">
                                    <p:val>
                                      <p:strVal val="#ppt_y+#ppt_h/2"/>
                                    </p:val>
                                  </p:tav>
                                </p:tavLst>
                              </p:anim>
                              <p:animEffect transition="out" filter="fade">
                                <p:cBhvr>
                                  <p:cTn id="8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/>
            <a:r>
              <a:rPr lang="en-US" sz="3600" dirty="0">
                <a:solidFill>
                  <a:srgbClr val="111827"/>
                </a:solidFill>
                <a:latin typeface="Aptos"/>
                <a:ea typeface="Aptos"/>
              </a:rPr>
              <a:t>data-anim="path"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0" presetClass="entr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" dur="500" fill="hold"/>
                                  <p:tgtEl>
                                    <p:spTgt spid="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