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Sm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 type="wide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Sm" Type="http://schemas.openxmlformats.org/officeDocument/2006/relationships/slideMaster" Target="slideMasters/slideMaster1.xml"/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dur=100ms (min)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1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dur=300ms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8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3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3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3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dur=1000ms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31" presetClass="entr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 additive="base">
                                  <p:cTn id="6" dur="1000" fill="hold"/>
                                  <p:tgtEl>
                                    <p:spTgt spid="2"/>
                                  </p:tgtEl>
                                </p:cBhvr>
                                <p:from x="75000" y="75000"/>
                                <p:to x="100000" y="100000"/>
                              </p:animScale>
                              <p:animEffect transition="in" filter="fade">
                                <p:cBhvr>
                                  <p:cTn id="7" dur="10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dur=5000ms (max)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#ppt_w/2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delay=0ms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3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#ppt_w/2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delay=250ms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31" presetClass="entr" fill="hold" grpId="0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  <p:from x="85000" y="85000"/>
                                <p:to x="100000" y="100000"/>
                              </p:animScale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delay=1000ms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31" presetClass="entr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 additive="base">
                                  <p:cTn id="6" dur="900" fill="hold"/>
                                  <p:tgtEl>
                                    <p:spTgt spid="2"/>
                                  </p:tgtEl>
                                </p:cBhvr>
                                <p:from x="92000" y="92000"/>
                                <p:to x="100000" y="100000"/>
                              </p:animScale>
                              <p:animEffect transition="in" filter="fade">
                                <p:cBhvr>
                                  <p:cTn id="7" dur="9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dur=500ms delay=0ms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8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