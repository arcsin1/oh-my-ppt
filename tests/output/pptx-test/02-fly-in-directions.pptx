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Sm"/>
  </p:sldMasterIdLst>
  <p:sldIdLst>
    <p:sldId id="256" r:id="rId1"/>
    <p:sldId id="257" r:id="rId2"/>
    <p:sldId id="258" r:id="rId3"/>
    <p:sldId id="259" r:id="rId4"/>
    <p:sldId id="260" r:id="rId5"/>
  </p:sldIdLst>
  <p:sldSz cx="12192000" cy="6858000" type="wide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Sm" Type="http://schemas.openxmlformats.org/officeDocument/2006/relationships/slideMaster" Target="slideMasters/slideMaster1.xml"/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fly-in from="left"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fly-in from="right"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fly-in from="top"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-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fly-in from="bottom"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fly-in from="center"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