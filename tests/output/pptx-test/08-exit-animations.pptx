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exit-fade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out" filter="fade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exit-fly from=bottom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#ppt_h/2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exit-fly from=left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-#ppt_w/2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exit-fly from=top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-#ppt_h/2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exit-fly from=right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+#ppt_w/2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